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960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Cybersécurité</a:t>
            </a:r>
            <a:r>
              <a:rPr dirty="0"/>
              <a:t> et Modulation </a:t>
            </a:r>
            <a:r>
              <a:rPr dirty="0" err="1"/>
              <a:t>Analogique</a:t>
            </a:r>
            <a:r>
              <a:rPr dirty="0"/>
              <a:t> (AM / FM)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Attaques</a:t>
            </a:r>
            <a:r>
              <a:rPr dirty="0"/>
              <a:t>, </a:t>
            </a:r>
            <a:r>
              <a:rPr dirty="0" err="1"/>
              <a:t>vulnérabilités</a:t>
            </a:r>
            <a:r>
              <a:rPr dirty="0"/>
              <a:t> et exploitation radio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La modulation </a:t>
            </a:r>
            <a:r>
              <a:rPr dirty="0" err="1"/>
              <a:t>analogique</a:t>
            </a:r>
            <a:r>
              <a:rPr dirty="0"/>
              <a:t> (AM/FM)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largement</a:t>
            </a:r>
            <a:r>
              <a:rPr dirty="0"/>
              <a:t> </a:t>
            </a:r>
            <a:r>
              <a:rPr dirty="0" err="1"/>
              <a:t>utilisée</a:t>
            </a:r>
            <a:r>
              <a:rPr dirty="0"/>
              <a:t> dans les communications radio.</a:t>
            </a:r>
          </a:p>
          <a:p>
            <a:r>
              <a:rPr dirty="0"/>
              <a:t>Facile à </a:t>
            </a:r>
            <a:r>
              <a:rPr dirty="0" err="1"/>
              <a:t>intercepter</a:t>
            </a:r>
            <a:r>
              <a:rPr dirty="0"/>
              <a:t> (pas de </a:t>
            </a:r>
            <a:r>
              <a:rPr dirty="0" err="1"/>
              <a:t>chiffrement</a:t>
            </a:r>
            <a:r>
              <a:rPr dirty="0"/>
              <a:t> </a:t>
            </a:r>
            <a:r>
              <a:rPr dirty="0" err="1"/>
              <a:t>natif</a:t>
            </a:r>
            <a:r>
              <a:rPr dirty="0"/>
              <a:t>)</a:t>
            </a:r>
          </a:p>
          <a:p>
            <a:r>
              <a:rPr dirty="0" err="1"/>
              <a:t>Vulnérable</a:t>
            </a:r>
            <a:r>
              <a:rPr dirty="0"/>
              <a:t> aux </a:t>
            </a:r>
            <a:r>
              <a:rPr dirty="0" err="1"/>
              <a:t>attaques</a:t>
            </a:r>
            <a:r>
              <a:rPr dirty="0"/>
              <a:t> physiques et </a:t>
            </a:r>
            <a:r>
              <a:rPr dirty="0" err="1"/>
              <a:t>logiques</a:t>
            </a:r>
            <a:endParaRPr dirty="0"/>
          </a:p>
          <a:p>
            <a:r>
              <a:rPr dirty="0" err="1"/>
              <a:t>Exploitée</a:t>
            </a:r>
            <a:r>
              <a:rPr dirty="0"/>
              <a:t> dans la </a:t>
            </a:r>
            <a:r>
              <a:rPr dirty="0" err="1"/>
              <a:t>cybersécurité</a:t>
            </a:r>
            <a:r>
              <a:rPr dirty="0"/>
              <a:t> offensive et </a:t>
            </a:r>
            <a:r>
              <a:rPr dirty="0" err="1"/>
              <a:t>défensive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d'attaques sur AM / FM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Écoute</a:t>
            </a:r>
            <a:r>
              <a:rPr dirty="0"/>
              <a:t> passive : interception simple du signal.</a:t>
            </a:r>
            <a:endParaRPr lang="fr-FR" dirty="0"/>
          </a:p>
          <a:p>
            <a:r>
              <a:rPr lang="fr-FR" dirty="0"/>
              <a:t>Décryptage / analyse spectrale : exploitation de la porteuse</a:t>
            </a:r>
            <a:endParaRPr dirty="0"/>
          </a:p>
          <a:p>
            <a:r>
              <a:rPr dirty="0"/>
              <a:t>Replay attack : </a:t>
            </a:r>
            <a:r>
              <a:rPr dirty="0" err="1"/>
              <a:t>enregistrement</a:t>
            </a:r>
            <a:r>
              <a:rPr dirty="0"/>
              <a:t> </a:t>
            </a:r>
            <a:r>
              <a:rPr dirty="0" err="1"/>
              <a:t>puis</a:t>
            </a:r>
            <a:r>
              <a:rPr dirty="0"/>
              <a:t> </a:t>
            </a:r>
            <a:r>
              <a:rPr dirty="0" err="1"/>
              <a:t>relecture</a:t>
            </a:r>
            <a:r>
              <a:rPr dirty="0"/>
              <a:t> du signal.</a:t>
            </a:r>
          </a:p>
          <a:p>
            <a:r>
              <a:rPr dirty="0"/>
              <a:t>Injection de signal : </a:t>
            </a:r>
            <a:r>
              <a:rPr dirty="0" err="1"/>
              <a:t>ajout</a:t>
            </a:r>
            <a:r>
              <a:rPr dirty="0"/>
              <a:t> </a:t>
            </a:r>
            <a:r>
              <a:rPr dirty="0" err="1"/>
              <a:t>d'informations</a:t>
            </a:r>
            <a:r>
              <a:rPr dirty="0"/>
              <a:t> </a:t>
            </a:r>
            <a:r>
              <a:rPr dirty="0" err="1"/>
              <a:t>malveillantes</a:t>
            </a:r>
            <a:r>
              <a:rPr dirty="0"/>
              <a:t>.</a:t>
            </a:r>
          </a:p>
          <a:p>
            <a:r>
              <a:rPr dirty="0" err="1"/>
              <a:t>Brouillage</a:t>
            </a:r>
            <a:r>
              <a:rPr dirty="0"/>
              <a:t> (jamming) : saturation du canal.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Exploitation pratique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Télécommandes</a:t>
            </a:r>
            <a:r>
              <a:rPr dirty="0"/>
              <a:t> </a:t>
            </a:r>
            <a:r>
              <a:rPr dirty="0" err="1"/>
              <a:t>analogiques</a:t>
            </a:r>
            <a:r>
              <a:rPr dirty="0"/>
              <a:t> (433 MHz) : </a:t>
            </a:r>
            <a:r>
              <a:rPr dirty="0" err="1"/>
              <a:t>vulnérables</a:t>
            </a:r>
            <a:r>
              <a:rPr dirty="0"/>
              <a:t> au replay.</a:t>
            </a:r>
          </a:p>
          <a:p>
            <a:r>
              <a:rPr dirty="0"/>
              <a:t>Radios </a:t>
            </a:r>
            <a:r>
              <a:rPr dirty="0" err="1"/>
              <a:t>analogiques</a:t>
            </a:r>
            <a:r>
              <a:rPr dirty="0"/>
              <a:t> : </a:t>
            </a:r>
            <a:r>
              <a:rPr dirty="0" err="1"/>
              <a:t>sensibles</a:t>
            </a:r>
            <a:r>
              <a:rPr dirty="0"/>
              <a:t> aux faux messages (injection).</a:t>
            </a:r>
          </a:p>
          <a:p>
            <a:r>
              <a:rPr dirty="0" err="1"/>
              <a:t>Fuites</a:t>
            </a:r>
            <a:r>
              <a:rPr dirty="0"/>
              <a:t> </a:t>
            </a:r>
            <a:r>
              <a:rPr dirty="0" err="1"/>
              <a:t>électromagnétiques</a:t>
            </a:r>
            <a:r>
              <a:rPr dirty="0"/>
              <a:t> : AM/FM </a:t>
            </a:r>
            <a:r>
              <a:rPr dirty="0" err="1"/>
              <a:t>comme</a:t>
            </a:r>
            <a:r>
              <a:rPr dirty="0"/>
              <a:t> canal </a:t>
            </a:r>
            <a:r>
              <a:rPr dirty="0" err="1"/>
              <a:t>caché</a:t>
            </a:r>
            <a:r>
              <a:rPr dirty="0"/>
              <a:t>.</a:t>
            </a:r>
          </a:p>
          <a:p>
            <a:r>
              <a:rPr dirty="0"/>
              <a:t>Communications critiques : </a:t>
            </a:r>
            <a:r>
              <a:rPr dirty="0" err="1"/>
              <a:t>brouillage</a:t>
            </a:r>
            <a:r>
              <a:rPr dirty="0"/>
              <a:t> </a:t>
            </a:r>
            <a:r>
              <a:rPr dirty="0" err="1"/>
              <a:t>ciblé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Contre-mesures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Ajouter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couche de </a:t>
            </a:r>
            <a:r>
              <a:rPr dirty="0" err="1"/>
              <a:t>chiffrement</a:t>
            </a:r>
            <a:r>
              <a:rPr dirty="0"/>
              <a:t> numérique.</a:t>
            </a:r>
          </a:p>
          <a:p>
            <a:r>
              <a:rPr dirty="0" err="1"/>
              <a:t>Détection</a:t>
            </a:r>
            <a:r>
              <a:rPr dirty="0"/>
              <a:t> de </a:t>
            </a:r>
            <a:r>
              <a:rPr dirty="0" err="1"/>
              <a:t>brouillage</a:t>
            </a:r>
            <a:r>
              <a:rPr dirty="0"/>
              <a:t> et reconfiguration de </a:t>
            </a:r>
            <a:r>
              <a:rPr dirty="0" err="1"/>
              <a:t>fréquence</a:t>
            </a:r>
            <a:r>
              <a:rPr dirty="0"/>
              <a:t>.</a:t>
            </a:r>
          </a:p>
          <a:p>
            <a:r>
              <a:rPr dirty="0" err="1"/>
              <a:t>Filtrage</a:t>
            </a:r>
            <a:r>
              <a:rPr dirty="0"/>
              <a:t> et </a:t>
            </a:r>
            <a:r>
              <a:rPr dirty="0" err="1"/>
              <a:t>authentification</a:t>
            </a:r>
            <a:r>
              <a:rPr dirty="0"/>
              <a:t> des </a:t>
            </a:r>
            <a:r>
              <a:rPr dirty="0" err="1"/>
              <a:t>signaux</a:t>
            </a:r>
            <a:r>
              <a:rPr dirty="0"/>
              <a:t> </a:t>
            </a:r>
            <a:r>
              <a:rPr dirty="0" err="1"/>
              <a:t>reçus</a:t>
            </a:r>
            <a:r>
              <a:rPr dirty="0"/>
              <a:t>.</a:t>
            </a:r>
          </a:p>
          <a:p>
            <a:r>
              <a:rPr dirty="0"/>
              <a:t>Protection </a:t>
            </a:r>
            <a:r>
              <a:rPr dirty="0" err="1"/>
              <a:t>contre</a:t>
            </a:r>
            <a:r>
              <a:rPr dirty="0"/>
              <a:t> les </a:t>
            </a:r>
            <a:r>
              <a:rPr dirty="0" err="1"/>
              <a:t>fuites</a:t>
            </a:r>
            <a:r>
              <a:rPr dirty="0"/>
              <a:t> </a:t>
            </a:r>
            <a:r>
              <a:rPr dirty="0" err="1"/>
              <a:t>électromagnétiques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171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Cybersécurité et Modulation Analogique (AM / FM)</vt:lpstr>
      <vt:lpstr>Introduction</vt:lpstr>
      <vt:lpstr>Types d'attaques sur AM / FM</vt:lpstr>
      <vt:lpstr>Exploitation pratique</vt:lpstr>
      <vt:lpstr>Contre-mesures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karim chakhch</dc:creator>
  <cp:keywords/>
  <dc:description>generated using python-pptx</dc:description>
  <cp:lastModifiedBy>karim chakhch</cp:lastModifiedBy>
  <cp:revision>2</cp:revision>
  <dcterms:created xsi:type="dcterms:W3CDTF">2013-01-27T09:14:16Z</dcterms:created>
  <dcterms:modified xsi:type="dcterms:W3CDTF">2025-09-21T11:30:41Z</dcterms:modified>
  <cp:category/>
</cp:coreProperties>
</file>